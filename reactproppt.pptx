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6" r:id="rId8"/>
    <p:sldId id="268" r:id="rId9"/>
    <p:sldId id="265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538" autoAdjust="0"/>
  </p:normalViewPr>
  <p:slideViewPr>
    <p:cSldViewPr snapToGrid="0" snapToObjects="1">
      <p:cViewPr varScale="1">
        <p:scale>
          <a:sx n="66" d="100"/>
          <a:sy n="66" d="100"/>
        </p:scale>
        <p:origin x="64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E1886-792D-4D46-B1ED-C834F28884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37C8C-437A-4D84-AE7C-393C7CCE3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39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37C8C-437A-4D84-AE7C-393C7CCE3BF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926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43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4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9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0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9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8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74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0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89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08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REACT </a:t>
            </a:r>
            <a:r>
              <a:rPr lang="en-IN" dirty="0" err="1">
                <a:solidFill>
                  <a:schemeClr val="tx1"/>
                </a:solidFill>
              </a:rPr>
              <a:t>js</a:t>
            </a:r>
            <a:r>
              <a:rPr lang="en-IN" dirty="0">
                <a:solidFill>
                  <a:schemeClr val="tx1"/>
                </a:solidFill>
              </a:rPr>
              <a:t>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998" y="2659390"/>
            <a:ext cx="7172138" cy="3745107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defRPr sz="1800"/>
            </a:pPr>
            <a:r>
              <a:rPr lang="en-US" sz="2400" b="1" dirty="0"/>
              <a:t>Project Title: Pharmacy Management System</a:t>
            </a:r>
            <a:endParaRPr lang="en-IN" sz="2400" b="1" dirty="0"/>
          </a:p>
          <a:p>
            <a:pPr>
              <a:defRPr sz="1800"/>
            </a:pPr>
            <a:r>
              <a:rPr lang="en-US" sz="2400" b="1" dirty="0"/>
              <a:t>Course: ReactJS </a:t>
            </a:r>
            <a:endParaRPr lang="en-IN" sz="2400" b="1" dirty="0"/>
          </a:p>
          <a:p>
            <a:pPr>
              <a:defRPr sz="1800"/>
            </a:pPr>
            <a:r>
              <a:rPr lang="en-US" sz="2400" b="1" dirty="0"/>
              <a:t>Student Name : Bavisharmi K </a:t>
            </a:r>
          </a:p>
          <a:p>
            <a:pPr>
              <a:defRPr sz="1800"/>
            </a:pPr>
            <a:r>
              <a:rPr lang="en-US" sz="2400" b="1" dirty="0"/>
              <a:t>Roll No: 24BIT106</a:t>
            </a:r>
            <a:endParaRPr lang="en-IN" sz="2400" b="1" dirty="0"/>
          </a:p>
          <a:p>
            <a:pPr>
              <a:defRPr sz="1800"/>
            </a:pPr>
            <a:r>
              <a:rPr lang="en-US" sz="2400" b="1" dirty="0"/>
              <a:t>Department : Information Technology</a:t>
            </a:r>
            <a:endParaRPr lang="en-IN" sz="2400" b="1" dirty="0"/>
          </a:p>
          <a:p>
            <a:pPr>
              <a:defRPr sz="1800"/>
            </a:pPr>
            <a:r>
              <a:rPr lang="en-US" sz="2400" b="1" dirty="0"/>
              <a:t>Mentor / Guide : Mr. Aravind</a:t>
            </a:r>
            <a:endParaRPr lang="en-IN" sz="2400" b="1" dirty="0"/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23ADDFF5-9C61-0768-8757-801948976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112" y="453503"/>
            <a:ext cx="6743910" cy="1685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643467"/>
            <a:ext cx="10311278" cy="3606798"/>
          </a:xfrm>
        </p:spPr>
        <p:txBody>
          <a:bodyPr anchor="ctr">
            <a:normAutofit/>
          </a:bodyPr>
          <a:lstStyle/>
          <a:p>
            <a:endParaRPr lang="en-US" sz="2000" dirty="0"/>
          </a:p>
          <a:p>
            <a:pPr>
              <a:defRPr sz="1800"/>
            </a:pPr>
            <a:r>
              <a:rPr lang="en-US" sz="2000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F2717A31-A8B4-E004-6E1B-13ACE572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F757375-3F2B-2B74-1F3A-287A8C2B4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4852"/>
            <a:ext cx="11503152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ptos" panose="020B0004020202020204" pitchFamily="34" charset="0"/>
              </a:rPr>
              <a:t>Pharmacy Management System is a web application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ptos" panose="020B0004020202020204" pitchFamily="34" charset="0"/>
              </a:rPr>
              <a:t>Used to manage medicines, billing, and records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ptos" panose="020B0004020202020204" pitchFamily="34" charset="0"/>
              </a:rPr>
              <a:t>Reduces manual work and errors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ptos" panose="020B0004020202020204" pitchFamily="34" charset="0"/>
              </a:rPr>
              <a:t>Fast and user-friendly system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643467"/>
            <a:ext cx="10137857" cy="3606798"/>
          </a:xfrm>
        </p:spPr>
        <p:txBody>
          <a:bodyPr anchor="ctr">
            <a:normAutofit/>
          </a:bodyPr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4000" b="1" dirty="0"/>
              <a:t>To digitize pharmacy operations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4000" b="1" dirty="0"/>
              <a:t>To manage medicine details easily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4000" b="1" dirty="0"/>
              <a:t>To generate bills quickly 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4000" b="1" dirty="0"/>
              <a:t>To improve efficiency and accuracy </a:t>
            </a:r>
          </a:p>
          <a:p>
            <a:endParaRPr lang="en-US" sz="40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F8182D06-9091-F998-D800-38D2FE0DD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643467"/>
            <a:ext cx="11262209" cy="3606798"/>
          </a:xfrm>
        </p:spPr>
        <p:txBody>
          <a:bodyPr anchor="ctr"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Frontend: React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Routing: React Router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Build Tool: Vite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Languages: HTML, CSS, JavaScript </a:t>
            </a:r>
          </a:p>
          <a:p>
            <a:r>
              <a:rPr lang="en-US" sz="2000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D3B1CDE6-5975-DA2B-4C74-820D0421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643467"/>
            <a:ext cx="10768478" cy="3606798"/>
          </a:xfrm>
        </p:spPr>
        <p:txBody>
          <a:bodyPr anchor="ctr"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Component-based structure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Pages connected using routing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Data handled inside components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Simple and modular design </a:t>
            </a:r>
          </a:p>
          <a:p>
            <a:pPr marL="0" indent="0">
              <a:buNone/>
            </a:pPr>
            <a:endParaRPr lang="en-IN" sz="4000" b="1" dirty="0"/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8AAB1948-9F76-AEB6-BF18-F06D1BF8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8B8E72AC-5FE7-FB50-BF1D-716192729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 </a:t>
            </a:r>
            <a:r>
              <a:rPr lang="en-IN" dirty="0"/>
              <a:t>Medicines Management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643467"/>
            <a:ext cx="10169388" cy="3606798"/>
          </a:xfrm>
        </p:spPr>
        <p:txBody>
          <a:bodyPr anchor="ctr"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Add new medicines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View medicine list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Update medicine details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Delete medicines </a:t>
            </a:r>
          </a:p>
          <a:p>
            <a:endParaRPr lang="en-IN" sz="2000" dirty="0"/>
          </a:p>
          <a:p>
            <a:pPr>
              <a:defRPr sz="1800"/>
            </a:pPr>
            <a:r>
              <a:rPr lang="en-IN" sz="2000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915A21A8-574E-A5A8-D714-035F32D8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 </a:t>
            </a:r>
            <a:r>
              <a:rPr lang="en-IN" dirty="0"/>
              <a:t>Billing System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643467"/>
            <a:ext cx="10374340" cy="3606798"/>
          </a:xfrm>
        </p:spPr>
        <p:txBody>
          <a:bodyPr anchor="ctr"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Select medicines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Calculate total price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Generate bill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Fast and accurate billing </a:t>
            </a:r>
          </a:p>
          <a:p>
            <a:endParaRPr lang="en-US" sz="2000" dirty="0"/>
          </a:p>
          <a:p>
            <a:pPr>
              <a:defRPr sz="1800"/>
            </a:pPr>
            <a:r>
              <a:rPr lang="en-US" sz="2000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27022185-35F6-3D84-C84E-BD519C963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9D3BA18-6D6E-FBE3-E32A-6D1BE7E7A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Advantages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78ECD8B8-1DE4-104F-D595-52AED092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F880538-84FC-1775-B62B-13A56E55B3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9837" y="870227"/>
            <a:ext cx="7746031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errors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use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Organized data management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Output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643467"/>
            <a:ext cx="10405871" cy="3606798"/>
          </a:xfrm>
        </p:spPr>
        <p:txBody>
          <a:bodyPr anchor="ctr">
            <a:normAutofit/>
          </a:bodyPr>
          <a:lstStyle/>
          <a:p>
            <a:endParaRPr lang="en-US" sz="2000" dirty="0"/>
          </a:p>
          <a:p>
            <a:pPr lvl="8">
              <a:defRPr sz="1800"/>
            </a:pPr>
            <a:r>
              <a:rPr lang="en-US" sz="1200" dirty="0"/>
              <a:t> </a:t>
            </a:r>
          </a:p>
          <a:p>
            <a:pPr>
              <a:defRPr sz="1800"/>
            </a:pPr>
            <a:r>
              <a:rPr lang="en-US" sz="2000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E506953F-628C-FDA4-5A94-75BE52B9A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9996F3-FC80-D0CE-017B-95B9B82DB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787568" cy="2112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854C77-D685-32EF-DC72-B635E2228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822" y="-95247"/>
            <a:ext cx="4804283" cy="23812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F09191-8C5D-085C-12DA-534449EDD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2207511"/>
            <a:ext cx="3787568" cy="23644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2742E3-D193-03DF-29C1-32BED5DEF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822" y="2438526"/>
            <a:ext cx="4721674" cy="21334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757F7D-5236-96B0-8B1D-69A61F5991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8982" y="0"/>
            <a:ext cx="3333088" cy="45719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8285" y="965200"/>
            <a:ext cx="10137857" cy="3606798"/>
          </a:xfrm>
        </p:spPr>
        <p:txBody>
          <a:bodyPr anchor="ctr">
            <a:normAutofit fontScale="92500" lnSpcReduction="2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Project improves pharmacy workflow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Can be extended with: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Database integration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Online payment system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Stock alerts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Reports generation</a:t>
            </a:r>
          </a:p>
          <a:p>
            <a:endParaRPr lang="en-US" sz="1900" dirty="0"/>
          </a:p>
          <a:p>
            <a:pPr>
              <a:defRPr sz="1800"/>
            </a:pPr>
            <a:r>
              <a:rPr lang="en-US" sz="1900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FCA2016-5F3C-2C19-AA27-C18EE69F9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D35A9D5-52C8-D443-951E-645B26DF80D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048" y="-461665"/>
            <a:ext cx="69995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5"/>
            <a:ext cx="8018272" cy="4803213"/>
          </a:xfrm>
        </p:spPr>
        <p:txBody>
          <a:bodyPr>
            <a:normAutofit/>
          </a:bodyPr>
          <a:lstStyle/>
          <a:p>
            <a:pPr algn="ctr"/>
            <a:r>
              <a:rPr sz="8800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585215"/>
            <a:ext cx="8018271" cy="6272785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indent="0" algn="ctr">
              <a:buNone/>
              <a:defRPr sz="1800"/>
            </a:pP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79</TotalTime>
  <Words>192</Words>
  <Application>Microsoft Office PowerPoint</Application>
  <PresentationFormat>Widescreen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REACT js Project Presentation</vt:lpstr>
      <vt:lpstr>Introduction</vt:lpstr>
      <vt:lpstr>Objectives</vt:lpstr>
      <vt:lpstr>TECHNOLOGIES USED</vt:lpstr>
      <vt:lpstr>SYSTEM ARCHITECTURE</vt:lpstr>
      <vt:lpstr> Medicines Management</vt:lpstr>
      <vt:lpstr> Billing System</vt:lpstr>
      <vt:lpstr>Advantages</vt:lpstr>
      <vt:lpstr>Output Screens</vt:lpstr>
      <vt:lpstr>Conclusion &amp; 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Bavisharmi</dc:creator>
  <cp:keywords/>
  <dc:description>generated using python-pptx</dc:description>
  <cp:lastModifiedBy>bavisharmi.krishnamoorthy@gmail.com</cp:lastModifiedBy>
  <cp:revision>4</cp:revision>
  <dcterms:created xsi:type="dcterms:W3CDTF">2013-01-27T09:14:16Z</dcterms:created>
  <dcterms:modified xsi:type="dcterms:W3CDTF">2026-03-29T11:31:47Z</dcterms:modified>
  <cp:category/>
</cp:coreProperties>
</file>